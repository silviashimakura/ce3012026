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_rels/presentation.xml.rels" ContentType="application/vnd.openxmlformats-package.relationships+xml"/>
  <Override PartName="/ppt/media/image29.png" ContentType="image/png"/>
  <Override PartName="/ppt/media/image28.png" ContentType="image/png"/>
  <Override PartName="/ppt/media/image27.png" ContentType="image/png"/>
  <Override PartName="/ppt/media/image11.png" ContentType="image/png"/>
  <Override PartName="/ppt/media/image2.png" ContentType="image/png"/>
  <Override PartName="/ppt/media/image17.png" ContentType="image/png"/>
  <Override PartName="/ppt/media/image8.png" ContentType="image/png"/>
  <Override PartName="/ppt/media/image12.png" ContentType="image/png"/>
  <Override PartName="/ppt/media/image3.png" ContentType="image/png"/>
  <Override PartName="/ppt/media/image18.png" ContentType="image/png"/>
  <Override PartName="/ppt/media/image9.png" ContentType="image/png"/>
  <Override PartName="/ppt/media/image20.png" ContentType="image/png"/>
  <Override PartName="/ppt/media/image13.png" ContentType="image/png"/>
  <Override PartName="/ppt/media/image4.png" ContentType="image/png"/>
  <Override PartName="/ppt/media/image30.png" ContentType="image/png"/>
  <Override PartName="/ppt/media/image31.png" ContentType="image/png"/>
  <Override PartName="/ppt/media/image32.png" ContentType="image/png"/>
  <Override PartName="/ppt/media/image7.png" ContentType="image/png"/>
  <Override PartName="/ppt/media/image16.png" ContentType="image/png"/>
  <Override PartName="/ppt/media/image10.png" ContentType="image/png"/>
  <Override PartName="/ppt/media/image1.png" ContentType="image/png"/>
  <Override PartName="/ppt/media/image6.png" ContentType="image/png"/>
  <Override PartName="/ppt/media/image15.png" ContentType="image/png"/>
  <Override PartName="/ppt/media/image5.png" ContentType="image/png"/>
  <Override PartName="/ppt/media/image14.png" ContentType="image/png"/>
  <Override PartName="/ppt/media/image19.png" ContentType="image/png"/>
  <Override PartName="/ppt/media/image21.png" ContentType="image/png"/>
  <Override PartName="/ppt/media/image22.png" ContentType="image/png"/>
  <Override PartName="/ppt/media/image23.png" ContentType="image/png"/>
  <Override PartName="/ppt/media/image24.png" ContentType="image/png"/>
  <Override PartName="/ppt/media/image25.png" ContentType="image/png"/>
  <Override PartName="/ppt/media/image26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</p:sldIdLst>
  <p:sldSz cx="16256000" cy="9144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812520" y="2139480"/>
            <a:ext cx="14630040" cy="530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7150B25-DE98-46C3-AEF0-E596F988FEF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1C0A72F-E408-4D93-BB65-22A6B554F33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26D2108D-9214-420E-843C-A3A4D773934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812520" y="2139480"/>
            <a:ext cx="14630040" cy="530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481A1E88-9209-46D3-BF74-A4235F2C565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998BF171-1508-4DA8-A10A-7558F5B8431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812520" y="2139480"/>
            <a:ext cx="7139160" cy="530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8309160" y="2139480"/>
            <a:ext cx="7139160" cy="530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212960AB-D6B3-4601-8E79-262926BBEE5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41FF8660-4BA5-4A44-A756-2086D4B9FFC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AFCDDF6F-BA3E-414E-949C-0827D351BC6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C122B9CA-77AD-4303-80FF-39078C12B57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A8EF156C-1412-449F-A6C4-A52F133B3F0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74D5EA21-3BE6-4B8E-83A9-BD01264C34D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&lt;data/hora&gt;</a:t>
            </a:r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CAD1920-669A-4DAB-9258-785B1BDCC49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&lt;data/hora&gt;</a:t>
            </a:r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EA03A12-ACBE-48B8-9D40-3565D216C48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&lt;data/hora&gt;</a:t>
            </a:r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F38A01A-1930-4E81-BC36-AABB64FFA89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&lt;data/hora&gt;</a:t>
            </a:r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3651E39-1F2B-4BFB-B2DF-68D37FA95BD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&lt;data/hora&gt;</a:t>
            </a:r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A02BCB8-4EF2-4424-A37B-94174F0B9D3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&lt;data/hora&gt;</a:t>
            </a:r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3D4C4BE-55DD-4B83-A57B-5AB32D73EC7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&lt;data/hora&gt;</a:t>
            </a:r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9F6EF2F-D251-4922-B1B7-F9C64296A60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&lt;data/hora&gt;</a:t>
            </a:r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9CBA4E5-2E3C-4BD8-9300-E1E39EC5C01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&lt;data/hora&gt;</a:t>
            </a:r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169C823-26CC-4A92-9222-0871FE3E974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Clique para editar o formato do texto do título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812520" y="2139480"/>
            <a:ext cx="14630040" cy="530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Clique para editar o formato de texto dos tópicos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2.º nível de tópicos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3.º nível de tópicos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4.º nível de tópicos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5.º nível de tópicos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6.º nível de tópicos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7.º nível de tópicos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&lt;data/hora&gt;</a:t>
            </a:r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8CE71C4-DDFC-4748-8EEC-4A1997D29C9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Clique para editar o formato de texto dos tópicos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2.º nível de tópicos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3.º nível de tópicos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4.º nível de tópicos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5.º nível de tópicos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6.º nível de tópicos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7.º nível de tópicos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&lt;data/hora&gt;</a:t>
            </a:r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ABD55E5-7E3F-4131-9261-A2C9B4C1B8C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17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17.png"/><Relationship Id="rId3" Type="http://schemas.openxmlformats.org/officeDocument/2006/relationships/image" Target="../media/image22.png"/><Relationship Id="rId4" Type="http://schemas.openxmlformats.org/officeDocument/2006/relationships/image" Target="../media/image21.png"/><Relationship Id="rId5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image" Target="../media/image17.png"/><Relationship Id="rId3" Type="http://schemas.openxmlformats.org/officeDocument/2006/relationships/image" Target="../media/image21.png"/><Relationship Id="rId4" Type="http://schemas.openxmlformats.org/officeDocument/2006/relationships/image" Target="../media/image25.png"/><Relationship Id="rId5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image" Target="../media/image30.png"/><Relationship Id="rId3" Type="http://schemas.openxmlformats.org/officeDocument/2006/relationships/image" Target="../media/image30.png"/><Relationship Id="rId4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image" Target="../media/image32.png"/><Relationship Id="rId3" Type="http://schemas.openxmlformats.org/officeDocument/2006/relationships/image" Target="../media/image32.png"/><Relationship Id="rId4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2" descr="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ln w="0">
            <a:noFill/>
          </a:ln>
        </p:spPr>
      </p:pic>
      <p:pic>
        <p:nvPicPr>
          <p:cNvPr id="68" name="" descr=""/>
          <p:cNvPicPr/>
          <p:nvPr/>
        </p:nvPicPr>
        <p:blipFill>
          <a:blip r:embed="rId2"/>
          <a:stretch/>
        </p:blipFill>
        <p:spPr>
          <a:xfrm>
            <a:off x="14666040" y="8562600"/>
            <a:ext cx="1589760" cy="437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2" descr="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ln w="0">
            <a:noFill/>
          </a:ln>
        </p:spPr>
      </p:pic>
      <p:pic>
        <p:nvPicPr>
          <p:cNvPr id="70" name="" descr=""/>
          <p:cNvPicPr/>
          <p:nvPr/>
        </p:nvPicPr>
        <p:blipFill>
          <a:blip r:embed="rId2"/>
          <a:stretch/>
        </p:blipFill>
        <p:spPr>
          <a:xfrm>
            <a:off x="14875560" y="8820000"/>
            <a:ext cx="1380240" cy="275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2" descr="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ln w="0">
            <a:noFill/>
          </a:ln>
        </p:spPr>
      </p:pic>
      <p:pic>
        <p:nvPicPr>
          <p:cNvPr id="72" name="" descr=""/>
          <p:cNvPicPr/>
          <p:nvPr/>
        </p:nvPicPr>
        <p:blipFill>
          <a:blip r:embed="rId2"/>
          <a:stretch/>
        </p:blipFill>
        <p:spPr>
          <a:xfrm>
            <a:off x="14875560" y="8820000"/>
            <a:ext cx="1380240" cy="275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2" descr="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ln w="0">
            <a:noFill/>
          </a:ln>
        </p:spPr>
      </p:pic>
      <p:pic>
        <p:nvPicPr>
          <p:cNvPr id="74" name="" descr=""/>
          <p:cNvPicPr/>
          <p:nvPr/>
        </p:nvPicPr>
        <p:blipFill>
          <a:blip r:embed="rId2"/>
          <a:stretch/>
        </p:blipFill>
        <p:spPr>
          <a:xfrm>
            <a:off x="14328000" y="8699040"/>
            <a:ext cx="1980000" cy="408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2" descr="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ln w="0">
            <a:noFill/>
          </a:ln>
        </p:spPr>
      </p:pic>
      <p:pic>
        <p:nvPicPr>
          <p:cNvPr id="76" name="" descr=""/>
          <p:cNvPicPr/>
          <p:nvPr/>
        </p:nvPicPr>
        <p:blipFill>
          <a:blip r:embed="rId2"/>
          <a:stretch/>
        </p:blipFill>
        <p:spPr>
          <a:xfrm>
            <a:off x="14742000" y="8813160"/>
            <a:ext cx="1513800" cy="294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2" descr="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ln w="0">
            <a:noFill/>
          </a:ln>
        </p:spPr>
      </p:pic>
      <p:pic>
        <p:nvPicPr>
          <p:cNvPr id="78" name="" descr=""/>
          <p:cNvPicPr/>
          <p:nvPr/>
        </p:nvPicPr>
        <p:blipFill>
          <a:blip r:embed="rId2"/>
          <a:stretch/>
        </p:blipFill>
        <p:spPr>
          <a:xfrm>
            <a:off x="14684760" y="8763120"/>
            <a:ext cx="1571040" cy="342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2" descr="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ln w="0">
            <a:noFill/>
          </a:ln>
        </p:spPr>
      </p:pic>
      <p:sp>
        <p:nvSpPr>
          <p:cNvPr id="80" name=""/>
          <p:cNvSpPr txBox="1"/>
          <p:nvPr/>
        </p:nvSpPr>
        <p:spPr>
          <a:xfrm>
            <a:off x="0" y="8460000"/>
            <a:ext cx="16255800" cy="594720"/>
          </a:xfrm>
          <a:prstGeom prst="rect">
            <a:avLst/>
          </a:prstGeom>
          <a:blipFill rotWithShape="0">
            <a:blip r:embed="rId2"/>
            <a:stretch/>
          </a:blip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pPr algn="ctr"/>
            <a:r>
              <a:rPr b="0" lang="pt-BR" sz="2600" spc="-1" strike="noStrike">
                <a:solidFill>
                  <a:srgbClr val="ffffff"/>
                </a:solidFill>
                <a:latin typeface="Arial"/>
              </a:rPr>
              <a:t>A Distribuição Amostral é o mapa que nos diz o quão longe nosso estimador pode estar do alvo real.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Picture 2" descr="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ln w="0">
            <a:noFill/>
          </a:ln>
        </p:spPr>
      </p:pic>
      <p:pic>
        <p:nvPicPr>
          <p:cNvPr id="82" name="" descr=""/>
          <p:cNvPicPr/>
          <p:nvPr/>
        </p:nvPicPr>
        <p:blipFill>
          <a:blip r:embed="rId2"/>
          <a:stretch/>
        </p:blipFill>
        <p:spPr>
          <a:xfrm>
            <a:off x="14278680" y="8820000"/>
            <a:ext cx="2085120" cy="256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Picture 2" descr="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ln w="0">
            <a:noFill/>
          </a:ln>
        </p:spPr>
      </p:pic>
      <p:pic>
        <p:nvPicPr>
          <p:cNvPr id="84" name="" descr=""/>
          <p:cNvPicPr/>
          <p:nvPr/>
        </p:nvPicPr>
        <p:blipFill>
          <a:blip r:embed="rId2"/>
          <a:stretch/>
        </p:blipFill>
        <p:spPr>
          <a:xfrm>
            <a:off x="14580000" y="8705880"/>
            <a:ext cx="1656720" cy="399600"/>
          </a:xfrm>
          <a:prstGeom prst="rect">
            <a:avLst/>
          </a:prstGeom>
          <a:ln w="0">
            <a:noFill/>
          </a:ln>
        </p:spPr>
      </p:pic>
      <p:pic>
        <p:nvPicPr>
          <p:cNvPr id="85" name="" descr=""/>
          <p:cNvPicPr/>
          <p:nvPr/>
        </p:nvPicPr>
        <p:blipFill>
          <a:blip r:embed="rId3"/>
          <a:stretch/>
        </p:blipFill>
        <p:spPr>
          <a:xfrm>
            <a:off x="0" y="38160"/>
            <a:ext cx="1913760" cy="732960"/>
          </a:xfrm>
          <a:prstGeom prst="rect">
            <a:avLst/>
          </a:prstGeom>
          <a:ln w="0">
            <a:noFill/>
          </a:ln>
        </p:spPr>
      </p:pic>
      <p:pic>
        <p:nvPicPr>
          <p:cNvPr id="86" name="" descr=""/>
          <p:cNvPicPr/>
          <p:nvPr/>
        </p:nvPicPr>
        <p:blipFill>
          <a:blip r:embed="rId4"/>
          <a:stretch/>
        </p:blipFill>
        <p:spPr>
          <a:xfrm>
            <a:off x="15480000" y="180000"/>
            <a:ext cx="656640" cy="389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Picture 2" descr="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ln w="0">
            <a:noFill/>
          </a:ln>
        </p:spPr>
      </p:pic>
      <p:pic>
        <p:nvPicPr>
          <p:cNvPr id="88" name="" descr=""/>
          <p:cNvPicPr/>
          <p:nvPr/>
        </p:nvPicPr>
        <p:blipFill>
          <a:blip r:embed="rId2"/>
          <a:stretch/>
        </p:blipFill>
        <p:spPr>
          <a:xfrm>
            <a:off x="14580000" y="8744400"/>
            <a:ext cx="1656720" cy="399600"/>
          </a:xfrm>
          <a:prstGeom prst="rect">
            <a:avLst/>
          </a:prstGeom>
          <a:ln w="0">
            <a:noFill/>
          </a:ln>
        </p:spPr>
      </p:pic>
      <p:pic>
        <p:nvPicPr>
          <p:cNvPr id="89" name="" descr=""/>
          <p:cNvPicPr/>
          <p:nvPr/>
        </p:nvPicPr>
        <p:blipFill>
          <a:blip r:embed="rId3"/>
          <a:stretch/>
        </p:blipFill>
        <p:spPr>
          <a:xfrm>
            <a:off x="15300000" y="254880"/>
            <a:ext cx="885240" cy="285120"/>
          </a:xfrm>
          <a:prstGeom prst="rect">
            <a:avLst/>
          </a:prstGeom>
          <a:ln w="0">
            <a:noFill/>
          </a:ln>
        </p:spPr>
      </p:pic>
      <p:pic>
        <p:nvPicPr>
          <p:cNvPr id="90" name="" descr=""/>
          <p:cNvPicPr/>
          <p:nvPr/>
        </p:nvPicPr>
        <p:blipFill>
          <a:blip r:embed="rId4"/>
          <a:stretch/>
        </p:blipFill>
        <p:spPr>
          <a:xfrm>
            <a:off x="9000" y="38160"/>
            <a:ext cx="1971000" cy="847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Picture 2" descr="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ln w="0">
            <a:noFill/>
          </a:ln>
        </p:spPr>
      </p:pic>
      <p:pic>
        <p:nvPicPr>
          <p:cNvPr id="92" name="" descr=""/>
          <p:cNvPicPr/>
          <p:nvPr/>
        </p:nvPicPr>
        <p:blipFill>
          <a:blip r:embed="rId2"/>
          <a:stretch/>
        </p:blipFill>
        <p:spPr>
          <a:xfrm>
            <a:off x="14599440" y="8744400"/>
            <a:ext cx="1656720" cy="399600"/>
          </a:xfrm>
          <a:prstGeom prst="rect">
            <a:avLst/>
          </a:prstGeom>
          <a:ln w="0">
            <a:noFill/>
          </a:ln>
        </p:spPr>
      </p:pic>
      <p:pic>
        <p:nvPicPr>
          <p:cNvPr id="93" name="" descr=""/>
          <p:cNvPicPr/>
          <p:nvPr/>
        </p:nvPicPr>
        <p:blipFill>
          <a:blip r:embed="rId3"/>
          <a:stretch/>
        </p:blipFill>
        <p:spPr>
          <a:xfrm>
            <a:off x="0" y="52920"/>
            <a:ext cx="1971000" cy="847080"/>
          </a:xfrm>
          <a:prstGeom prst="rect">
            <a:avLst/>
          </a:prstGeom>
          <a:ln w="0">
            <a:noFill/>
          </a:ln>
        </p:spPr>
      </p:pic>
      <p:pic>
        <p:nvPicPr>
          <p:cNvPr id="94" name="" descr=""/>
          <p:cNvPicPr/>
          <p:nvPr/>
        </p:nvPicPr>
        <p:blipFill>
          <a:blip r:embed="rId4"/>
          <a:stretch/>
        </p:blipFill>
        <p:spPr>
          <a:xfrm>
            <a:off x="15300360" y="254880"/>
            <a:ext cx="885240" cy="285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Picture 1" descr=""/>
          <p:cNvPicPr/>
          <p:nvPr/>
        </p:nvPicPr>
        <p:blipFill>
          <a:blip r:embed="rId1"/>
          <a:stretch/>
        </p:blipFill>
        <p:spPr>
          <a:xfrm>
            <a:off x="360" y="38520"/>
            <a:ext cx="16255800" cy="9067320"/>
          </a:xfrm>
          <a:prstGeom prst="rect">
            <a:avLst/>
          </a:prstGeom>
          <a:ln w="0">
            <a:noFill/>
          </a:ln>
        </p:spPr>
      </p:pic>
      <p:pic>
        <p:nvPicPr>
          <p:cNvPr id="96" name="" descr=""/>
          <p:cNvPicPr/>
          <p:nvPr/>
        </p:nvPicPr>
        <p:blipFill>
          <a:blip r:embed="rId2"/>
          <a:stretch/>
        </p:blipFill>
        <p:spPr>
          <a:xfrm>
            <a:off x="14599440" y="8744400"/>
            <a:ext cx="1656720" cy="399600"/>
          </a:xfrm>
          <a:prstGeom prst="rect">
            <a:avLst/>
          </a:prstGeom>
          <a:ln w="0">
            <a:noFill/>
          </a:ln>
        </p:spPr>
      </p:pic>
      <p:pic>
        <p:nvPicPr>
          <p:cNvPr id="97" name="" descr=""/>
          <p:cNvPicPr/>
          <p:nvPr/>
        </p:nvPicPr>
        <p:blipFill>
          <a:blip r:embed="rId3"/>
          <a:stretch/>
        </p:blipFill>
        <p:spPr>
          <a:xfrm>
            <a:off x="15300360" y="254880"/>
            <a:ext cx="885240" cy="285120"/>
          </a:xfrm>
          <a:prstGeom prst="rect">
            <a:avLst/>
          </a:prstGeom>
          <a:ln w="0">
            <a:noFill/>
          </a:ln>
        </p:spPr>
      </p:pic>
      <p:pic>
        <p:nvPicPr>
          <p:cNvPr id="98" name="" descr=""/>
          <p:cNvPicPr/>
          <p:nvPr/>
        </p:nvPicPr>
        <p:blipFill>
          <a:blip r:embed="rId4"/>
          <a:stretch/>
        </p:blipFill>
        <p:spPr>
          <a:xfrm>
            <a:off x="153000" y="38520"/>
            <a:ext cx="1647000" cy="808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Picture 2" descr="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ln w="0">
            <a:noFill/>
          </a:ln>
        </p:spPr>
      </p:pic>
      <p:pic>
        <p:nvPicPr>
          <p:cNvPr id="100" name="" descr=""/>
          <p:cNvPicPr/>
          <p:nvPr/>
        </p:nvPicPr>
        <p:blipFill>
          <a:blip r:embed="rId2"/>
          <a:stretch/>
        </p:blipFill>
        <p:spPr>
          <a:xfrm>
            <a:off x="116640" y="261360"/>
            <a:ext cx="3123360" cy="818640"/>
          </a:xfrm>
          <a:prstGeom prst="rect">
            <a:avLst/>
          </a:prstGeom>
          <a:ln w="0">
            <a:noFill/>
          </a:ln>
        </p:spPr>
      </p:pic>
      <p:pic>
        <p:nvPicPr>
          <p:cNvPr id="101" name="" descr=""/>
          <p:cNvPicPr/>
          <p:nvPr/>
        </p:nvPicPr>
        <p:blipFill>
          <a:blip r:embed="rId3"/>
          <a:stretch/>
        </p:blipFill>
        <p:spPr>
          <a:xfrm>
            <a:off x="14361120" y="8839440"/>
            <a:ext cx="1894680" cy="266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Picture 2" descr="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ln w="0">
            <a:noFill/>
          </a:ln>
        </p:spPr>
      </p:pic>
      <p:pic>
        <p:nvPicPr>
          <p:cNvPr id="103" name="" descr=""/>
          <p:cNvPicPr/>
          <p:nvPr/>
        </p:nvPicPr>
        <p:blipFill>
          <a:blip r:embed="rId2"/>
          <a:stretch/>
        </p:blipFill>
        <p:spPr>
          <a:xfrm>
            <a:off x="14627880" y="8801280"/>
            <a:ext cx="1627920" cy="304200"/>
          </a:xfrm>
          <a:prstGeom prst="rect">
            <a:avLst/>
          </a:prstGeom>
          <a:ln w="0">
            <a:noFill/>
          </a:ln>
        </p:spPr>
      </p:pic>
      <p:pic>
        <p:nvPicPr>
          <p:cNvPr id="104" name="" descr=""/>
          <p:cNvPicPr/>
          <p:nvPr/>
        </p:nvPicPr>
        <p:blipFill>
          <a:blip r:embed="rId3"/>
          <a:stretch/>
        </p:blipFill>
        <p:spPr>
          <a:xfrm>
            <a:off x="352080" y="235800"/>
            <a:ext cx="2591280" cy="484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Picture 2" descr="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ln w="0">
            <a:noFill/>
          </a:ln>
        </p:spPr>
      </p:pic>
      <p:pic>
        <p:nvPicPr>
          <p:cNvPr id="106" name="" descr=""/>
          <p:cNvPicPr/>
          <p:nvPr/>
        </p:nvPicPr>
        <p:blipFill>
          <a:blip r:embed="rId2"/>
          <a:stretch/>
        </p:blipFill>
        <p:spPr>
          <a:xfrm>
            <a:off x="264240" y="234720"/>
            <a:ext cx="2075760" cy="485280"/>
          </a:xfrm>
          <a:prstGeom prst="rect">
            <a:avLst/>
          </a:prstGeom>
          <a:ln w="0">
            <a:noFill/>
          </a:ln>
        </p:spPr>
      </p:pic>
      <p:pic>
        <p:nvPicPr>
          <p:cNvPr id="107" name="" descr=""/>
          <p:cNvPicPr/>
          <p:nvPr/>
        </p:nvPicPr>
        <p:blipFill>
          <a:blip r:embed="rId3"/>
          <a:stretch/>
        </p:blipFill>
        <p:spPr>
          <a:xfrm>
            <a:off x="14180040" y="8784000"/>
            <a:ext cx="2075760" cy="305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language>pt-BR</dc:language>
  <cp:lastModifiedBy/>
  <cp:lastPrinted>2026-05-29T19:34:45Z</cp:lastPrinted>
  <dcterms:modified xsi:type="dcterms:W3CDTF">2026-05-29T19:37:20Z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